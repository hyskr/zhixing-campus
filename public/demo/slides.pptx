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rIdImage" Type="http://schemas.openxmlformats.org/officeDocument/2006/relationships/image" Target="../media/sample.png"/></Relationships>
</file>

<file path=ppt/slides/_rels/slide2.xml.rels><Relationships xmlns="http://schemas.openxmlformats.org/package/2006/relationships"><Relationship Id="rIdImage" Type="http://schemas.openxmlformats.org/officeDocument/2006/relationships/image" Target="../media/sample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0000" y="600000"/>
            <a:ext cx="10900000" cy="10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3200">
                <a:solidFill>
                  <a:srgbClr val="283746"/>
                </a:solidFill>
              </a:rPr>
              <a:t>课程讲义 · PowerPoint 预览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0000" y="1800000"/>
            <a:ext cx="10900000" cy="10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200">
                <a:solidFill>
                  <a:srgbClr val="283746"/>
                </a:solidFill>
              </a:rPr>
              <a:t>文字、形状和图片均在本机渲染</a:t>
            </a:r>
          </a:p>
        </p:txBody>
      </p:sp>
      <p:pic>
        <p:nvPicPr>
          <p:cNvPr id="4" name="示例图片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600000" y="3200000"/>
            <a:ext cx="4800000" cy="24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0000" y="600000"/>
            <a:ext cx="10900000" cy="10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3200">
                <a:solidFill>
                  <a:srgbClr val="283746"/>
                </a:solidFill>
              </a:rPr>
              <a:t>第二章 · 实验方法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0000" y="1800000"/>
            <a:ext cx="10900000" cy="10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200">
                <a:solidFill>
                  <a:srgbClr val="283746"/>
                </a:solidFill>
              </a:rPr>
              <a:t>翻页、缩放与全屏阅读</a:t>
            </a:r>
          </a:p>
        </p:txBody>
      </p:sp>
      <p:pic>
        <p:nvPicPr>
          <p:cNvPr id="4" name="示例图片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600000" y="3200000"/>
            <a:ext cx="4800000" cy="2400000"/>
          </a:xfrm>
          <a:prstGeom prst="rect">
            <a:avLst/>
          </a:prstGeom>
        </p:spPr>
      </p:pic>
    </p:spTree>
  </p:cSld>
  <p:clrMapOvr>
    <a:masterClrMapping/>
  </p:clrMapOvr>
</p:sld>
</file>